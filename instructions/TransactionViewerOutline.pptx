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7CA8-6DB1-4FA6-82A1-9A2539890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575D4-583D-4A68-9C7E-92C7A1A91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F90-305B-4442-9774-34D4C0EA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8AB4-C102-4C21-93F5-1CA01847BE7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5FF8C-24E3-450D-AF48-6DF8485B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D9493-D096-4B02-8D7F-3858A495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4336-7F77-4565-AABC-FA5692AA7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17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5602-69B7-4753-A8E2-EFF18763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1C8A-8A48-4629-B813-6C085E9D1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DC789-390E-4609-BD5D-714D0A08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8AB4-C102-4C21-93F5-1CA01847BE7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26BFE-4BE2-4727-90EB-0CAF34A4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E2C61-F0FC-4A78-8C15-D558129E7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4336-7F77-4565-AABC-FA5692AA7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2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377AC-88A2-4EDF-ABE9-920490466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B4BDF-4775-410B-A719-C8F612CD6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717C3-8508-4955-A41E-71E14C7A5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8AB4-C102-4C21-93F5-1CA01847BE7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1B901-87A3-49E8-9FB9-50021365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8A439-DE39-4BF5-A187-A3C0DD18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4336-7F77-4565-AABC-FA5692AA7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1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2783-D265-44F8-9F84-1FEF1AA63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4EC4C-0EB0-4867-B77C-88835BE6F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C9EA1-CB92-4EBB-BEF0-1344E78E8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C06A9-CCC2-4B0F-9288-DFFDF7FCF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8AB4-C102-4C21-93F5-1CA01847BE7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E810D-85C5-458E-BE6D-DBAF045E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D72DF-9C78-4140-A45B-A6AA1B209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4336-7F77-4565-AABC-FA5692AA7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23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5E893-8E60-46BF-83AC-5491D9D3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2C667-5B4F-4C54-A4E2-09F24EECF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DE811-5F71-473B-AFA4-F294B1C36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5B061-CEA5-48AD-94C9-D5BD59939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82F7E-75BD-4A90-B980-1F18EEB42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9A8F17-C223-4857-B260-A64C37D5C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8AB4-C102-4C21-93F5-1CA01847BE7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FF2F4C-79BF-46A9-B31E-1B320AE7E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80A77-2CC8-4C78-9141-D4109B87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4336-7F77-4565-AABC-FA5692AA7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86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C9F94-CFB5-4B27-A28B-36AEAF1C4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9831BF-69D1-4037-A328-1EC6228CE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8AB4-C102-4C21-93F5-1CA01847BE7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40E604-60D2-47C4-8B3F-B9B2303B5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256CC-86F0-4A54-99C0-DA679713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4336-7F77-4565-AABC-FA5692AA7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35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456D7-F3F6-4930-9322-89268AA3C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8AB4-C102-4C21-93F5-1CA01847BE7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68B3C-0E3D-4477-8776-56314CBEE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8CFD-5F8F-4DF7-AEB3-91FBDFFE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4336-7F77-4565-AABC-FA5692AA7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00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60ADE-9503-4C5A-8DAD-BEBBCEBB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79BA2-5B4D-4C6D-95CF-FAD6BCF58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A8251-EC58-4FE8-AF61-A57793808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1FDF1-4306-4729-936A-C47FCBF01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8AB4-C102-4C21-93F5-1CA01847BE7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DF864-AC40-4069-8661-760FFA9A5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6EA5A-25CE-49E7-AFAE-F1E651D4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4336-7F77-4565-AABC-FA5692AA7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51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2445-689D-49F1-A02C-4B9FDCABE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E32DF0-AB60-4AA5-B661-5E9023B36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6263D-80B4-4E5E-9208-B2E63F35B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62B0A-926B-402E-90F6-D0121216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8AB4-C102-4C21-93F5-1CA01847BE7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E43E6-69E1-43BE-9F09-D21BC91F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4A9D5-1A3A-410E-9B3C-2DB04950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4336-7F77-4565-AABC-FA5692AA7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5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86302-8CF6-4BC3-811A-01CCC9A7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75AA9-43A2-46DB-BC47-C451CB901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CE108-26CE-4F9F-80FC-54F5A97E1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8AB4-C102-4C21-93F5-1CA01847BE7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9418D-B564-4AE2-AB88-012F488D0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7C3C0-E7CD-41C4-803E-2C021C77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4336-7F77-4565-AABC-FA5692AA7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55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A1FE87-FEC4-463D-AC7A-01C0BC299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81E96-8F6B-461B-9B33-3072C6404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3CD76-CAC0-412B-97B5-F94A6939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8AB4-C102-4C21-93F5-1CA01847BE7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1A530-3664-484C-9160-BF5B689C6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FAA8A-3FBE-405E-9DF9-D52F0D27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04336-7F77-4565-AABC-FA5692AA7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0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603E35-F4ED-4864-9CB2-01B43FC2C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B184-41B8-4BA1-9823-807A47067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8B841-3A34-48F1-BED3-6E1C9E412F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28AB4-C102-4C21-93F5-1CA01847BE7B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782E7-CCB7-49ED-A93F-1AFEBE2C98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419AC-3D8D-4572-9DFC-BFDFA21F5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04336-7F77-4565-AABC-FA5692AA7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3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Office worker">
            <a:extLst>
              <a:ext uri="{FF2B5EF4-FFF2-40B4-BE49-F238E27FC236}">
                <a16:creationId xmlns:a16="http://schemas.microsoft.com/office/drawing/2014/main" id="{AC8B72DD-8CF5-45CC-8C05-DADEC7821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867" y="313267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D37844-5E4E-4D17-891A-D1D3BF4735D2}"/>
              </a:ext>
            </a:extLst>
          </p:cNvPr>
          <p:cNvSpPr txBox="1"/>
          <p:nvPr/>
        </p:nvSpPr>
        <p:spPr>
          <a:xfrm>
            <a:off x="516467" y="2125133"/>
            <a:ext cx="11006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Vault File</a:t>
            </a:r>
          </a:p>
          <a:p>
            <a:r>
              <a:rPr lang="en-US" dirty="0"/>
              <a:t>(text) created by Bank Officer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D80958-B258-43AF-9468-B6E887BA76F4}"/>
              </a:ext>
            </a:extLst>
          </p:cNvPr>
          <p:cNvCxnSpPr/>
          <p:nvPr/>
        </p:nvCxnSpPr>
        <p:spPr>
          <a:xfrm>
            <a:off x="939800" y="1456267"/>
            <a:ext cx="0" cy="601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F87CC0-AD24-4C2D-834F-8687CC0ADE53}"/>
              </a:ext>
            </a:extLst>
          </p:cNvPr>
          <p:cNvSpPr/>
          <p:nvPr/>
        </p:nvSpPr>
        <p:spPr>
          <a:xfrm>
            <a:off x="2468033" y="431800"/>
            <a:ext cx="1405466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67C959-8D04-4E23-A340-21B136AA929B}"/>
              </a:ext>
            </a:extLst>
          </p:cNvPr>
          <p:cNvSpPr/>
          <p:nvPr/>
        </p:nvSpPr>
        <p:spPr>
          <a:xfrm>
            <a:off x="4995333" y="431800"/>
            <a:ext cx="1405466" cy="9144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4E867A-DE04-44A5-95BF-B0DECAC19F07}"/>
              </a:ext>
            </a:extLst>
          </p:cNvPr>
          <p:cNvSpPr/>
          <p:nvPr/>
        </p:nvSpPr>
        <p:spPr>
          <a:xfrm>
            <a:off x="4995333" y="2125133"/>
            <a:ext cx="1405466" cy="9144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E87718-D6F0-4EDD-95A8-A59131B388E0}"/>
              </a:ext>
            </a:extLst>
          </p:cNvPr>
          <p:cNvSpPr/>
          <p:nvPr/>
        </p:nvSpPr>
        <p:spPr>
          <a:xfrm>
            <a:off x="4995333" y="3818466"/>
            <a:ext cx="1405466" cy="9144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AA8836-0C3C-44DC-A3C8-691246D15940}"/>
              </a:ext>
            </a:extLst>
          </p:cNvPr>
          <p:cNvSpPr/>
          <p:nvPr/>
        </p:nvSpPr>
        <p:spPr>
          <a:xfrm>
            <a:off x="7704666" y="431800"/>
            <a:ext cx="1405466" cy="9144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4B87737-E0C9-409C-937D-7DA6CB8AF978}"/>
              </a:ext>
            </a:extLst>
          </p:cNvPr>
          <p:cNvSpPr/>
          <p:nvPr/>
        </p:nvSpPr>
        <p:spPr>
          <a:xfrm>
            <a:off x="7772400" y="2167466"/>
            <a:ext cx="1405466" cy="91440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E3C431-071C-4FF4-877B-5FA93BFDCC7C}"/>
              </a:ext>
            </a:extLst>
          </p:cNvPr>
          <p:cNvSpPr txBox="1"/>
          <p:nvPr/>
        </p:nvSpPr>
        <p:spPr>
          <a:xfrm>
            <a:off x="2650067" y="592667"/>
            <a:ext cx="1041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 Web</a:t>
            </a:r>
          </a:p>
          <a:p>
            <a:r>
              <a:rPr lang="en-US" dirty="0"/>
              <a:t>App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15722C-52C2-4B61-9D6A-48F37265FD1F}"/>
              </a:ext>
            </a:extLst>
          </p:cNvPr>
          <p:cNvSpPr txBox="1"/>
          <p:nvPr/>
        </p:nvSpPr>
        <p:spPr>
          <a:xfrm>
            <a:off x="5177366" y="457200"/>
            <a:ext cx="1109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to handle requests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6990F7-A8B7-48FF-A398-6DC23F3E3015}"/>
              </a:ext>
            </a:extLst>
          </p:cNvPr>
          <p:cNvSpPr txBox="1"/>
          <p:nvPr/>
        </p:nvSpPr>
        <p:spPr>
          <a:xfrm>
            <a:off x="5135031" y="2108201"/>
            <a:ext cx="1299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Database connection function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91643A-A170-4A4D-9D29-C8604339ED28}"/>
              </a:ext>
            </a:extLst>
          </p:cNvPr>
          <p:cNvSpPr txBox="1"/>
          <p:nvPr/>
        </p:nvSpPr>
        <p:spPr>
          <a:xfrm>
            <a:off x="5029199" y="3945467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Bank Database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9E919C-ED86-4CC6-9E3C-592E0CE15269}"/>
              </a:ext>
            </a:extLst>
          </p:cNvPr>
          <p:cNvCxnSpPr/>
          <p:nvPr/>
        </p:nvCxnSpPr>
        <p:spPr>
          <a:xfrm>
            <a:off x="1710267" y="795867"/>
            <a:ext cx="5418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8832E0-C4CC-49A3-B319-5CBA0BEDD0FD}"/>
              </a:ext>
            </a:extLst>
          </p:cNvPr>
          <p:cNvCxnSpPr/>
          <p:nvPr/>
        </p:nvCxnSpPr>
        <p:spPr>
          <a:xfrm>
            <a:off x="4157134" y="728134"/>
            <a:ext cx="5418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82DEAA-4877-4D3D-9412-9BEBE18886E5}"/>
              </a:ext>
            </a:extLst>
          </p:cNvPr>
          <p:cNvCxnSpPr/>
          <p:nvPr/>
        </p:nvCxnSpPr>
        <p:spPr>
          <a:xfrm>
            <a:off x="6739467" y="651934"/>
            <a:ext cx="5418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44D644-38F4-43D6-9DF8-98E2F59133A5}"/>
              </a:ext>
            </a:extLst>
          </p:cNvPr>
          <p:cNvCxnSpPr>
            <a:cxnSpLocks/>
          </p:cNvCxnSpPr>
          <p:nvPr/>
        </p:nvCxnSpPr>
        <p:spPr>
          <a:xfrm>
            <a:off x="6400799" y="1456267"/>
            <a:ext cx="1219199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35595B-1453-4B53-B5B1-56DB7A5C35D4}"/>
              </a:ext>
            </a:extLst>
          </p:cNvPr>
          <p:cNvCxnSpPr>
            <a:cxnSpLocks/>
          </p:cNvCxnSpPr>
          <p:nvPr/>
        </p:nvCxnSpPr>
        <p:spPr>
          <a:xfrm>
            <a:off x="5554134" y="1456267"/>
            <a:ext cx="0" cy="601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B6CEEB9-8C3C-4DE6-9271-A95D8C5AA0E1}"/>
              </a:ext>
            </a:extLst>
          </p:cNvPr>
          <p:cNvCxnSpPr>
            <a:cxnSpLocks/>
          </p:cNvCxnSpPr>
          <p:nvPr/>
        </p:nvCxnSpPr>
        <p:spPr>
          <a:xfrm>
            <a:off x="5554134" y="3141134"/>
            <a:ext cx="0" cy="592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B6D6559-10A5-4E6D-B6E3-4CDC9EBE7752}"/>
              </a:ext>
            </a:extLst>
          </p:cNvPr>
          <p:cNvCxnSpPr>
            <a:cxnSpLocks/>
          </p:cNvCxnSpPr>
          <p:nvPr/>
        </p:nvCxnSpPr>
        <p:spPr>
          <a:xfrm flipH="1" flipV="1">
            <a:off x="4169832" y="1075266"/>
            <a:ext cx="52916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2BEBB6D-A530-4962-9954-7F9DAC4E6DA2}"/>
              </a:ext>
            </a:extLst>
          </p:cNvPr>
          <p:cNvCxnSpPr>
            <a:cxnSpLocks/>
          </p:cNvCxnSpPr>
          <p:nvPr/>
        </p:nvCxnSpPr>
        <p:spPr>
          <a:xfrm flipH="1" flipV="1">
            <a:off x="6745816" y="999066"/>
            <a:ext cx="52916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61BBC7-664B-49D5-B7EC-3643F3C9F15B}"/>
              </a:ext>
            </a:extLst>
          </p:cNvPr>
          <p:cNvCxnSpPr>
            <a:cxnSpLocks/>
          </p:cNvCxnSpPr>
          <p:nvPr/>
        </p:nvCxnSpPr>
        <p:spPr>
          <a:xfrm flipV="1">
            <a:off x="8453966" y="1476234"/>
            <a:ext cx="0" cy="595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AFC504-3614-4987-89C7-8F7D5BB8E2B9}"/>
              </a:ext>
            </a:extLst>
          </p:cNvPr>
          <p:cNvCxnSpPr>
            <a:cxnSpLocks/>
          </p:cNvCxnSpPr>
          <p:nvPr/>
        </p:nvCxnSpPr>
        <p:spPr>
          <a:xfrm flipV="1">
            <a:off x="5858933" y="3141134"/>
            <a:ext cx="1" cy="536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3801A88-1EF6-453F-BBB5-73CE236AD4AA}"/>
              </a:ext>
            </a:extLst>
          </p:cNvPr>
          <p:cNvCxnSpPr>
            <a:cxnSpLocks/>
          </p:cNvCxnSpPr>
          <p:nvPr/>
        </p:nvCxnSpPr>
        <p:spPr>
          <a:xfrm flipV="1">
            <a:off x="5858933" y="1476233"/>
            <a:ext cx="1" cy="536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230F498-7CC6-4F42-A390-2FA10BDAB2D5}"/>
              </a:ext>
            </a:extLst>
          </p:cNvPr>
          <p:cNvSpPr txBox="1"/>
          <p:nvPr/>
        </p:nvSpPr>
        <p:spPr>
          <a:xfrm>
            <a:off x="2468033" y="1476233"/>
            <a:ext cx="129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i="1" dirty="0"/>
              <a:t>front-end</a:t>
            </a:r>
            <a:r>
              <a:rPr lang="en-US" dirty="0"/>
              <a:t>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7F4614-8B6F-4311-8FCE-AE32B3E03475}"/>
              </a:ext>
            </a:extLst>
          </p:cNvPr>
          <p:cNvSpPr txBox="1"/>
          <p:nvPr/>
        </p:nvSpPr>
        <p:spPr>
          <a:xfrm>
            <a:off x="137586" y="56631"/>
            <a:ext cx="2034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Bank Officer- User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AD8DFF-9333-4D69-8185-00D388DDAE1E}"/>
              </a:ext>
            </a:extLst>
          </p:cNvPr>
          <p:cNvSpPr txBox="1"/>
          <p:nvPr/>
        </p:nvSpPr>
        <p:spPr>
          <a:xfrm>
            <a:off x="7797800" y="457664"/>
            <a:ext cx="131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Transaction Retrieval Function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18AC749-0F75-4AD8-A39A-1672CD8A4307}"/>
              </a:ext>
            </a:extLst>
          </p:cNvPr>
          <p:cNvCxnSpPr>
            <a:cxnSpLocks/>
          </p:cNvCxnSpPr>
          <p:nvPr/>
        </p:nvCxnSpPr>
        <p:spPr>
          <a:xfrm flipV="1">
            <a:off x="6587067" y="1476233"/>
            <a:ext cx="1388533" cy="2545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FF266EC-E9A6-40AE-8B7A-415BC8ACE260}"/>
              </a:ext>
            </a:extLst>
          </p:cNvPr>
          <p:cNvCxnSpPr/>
          <p:nvPr/>
        </p:nvCxnSpPr>
        <p:spPr>
          <a:xfrm>
            <a:off x="8212667" y="1476233"/>
            <a:ext cx="0" cy="631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FEA9A4F-6A47-4909-874A-14E40EFD27AB}"/>
              </a:ext>
            </a:extLst>
          </p:cNvPr>
          <p:cNvSpPr txBox="1"/>
          <p:nvPr/>
        </p:nvSpPr>
        <p:spPr>
          <a:xfrm>
            <a:off x="7865533" y="2175929"/>
            <a:ext cx="1312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Transaction</a:t>
            </a:r>
          </a:p>
          <a:p>
            <a:r>
              <a:rPr lang="en-US" dirty="0"/>
              <a:t>Plotting Function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95A397-A31D-4263-8F8B-D2FC58F98CE3}"/>
              </a:ext>
            </a:extLst>
          </p:cNvPr>
          <p:cNvSpPr txBox="1"/>
          <p:nvPr/>
        </p:nvSpPr>
        <p:spPr>
          <a:xfrm>
            <a:off x="7274984" y="3945467"/>
            <a:ext cx="375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Yellow code- We create-</a:t>
            </a:r>
            <a:r>
              <a:rPr lang="en-US" i="1" dirty="0"/>
              <a:t>backend</a:t>
            </a:r>
          </a:p>
          <a:p>
            <a:r>
              <a:rPr lang="en-US" dirty="0"/>
              <a:t>Green code- pre-existing </a:t>
            </a:r>
            <a:r>
              <a:rPr lang="en-US" dirty="0" err="1"/>
              <a:t>db</a:t>
            </a:r>
            <a:endParaRPr lang="en-US" dirty="0"/>
          </a:p>
          <a:p>
            <a:r>
              <a:rPr lang="en-US" dirty="0"/>
              <a:t>Blue code- created by another team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0C1911-B164-4696-8CFE-EE8CE57509D7}"/>
              </a:ext>
            </a:extLst>
          </p:cNvPr>
          <p:cNvSpPr txBox="1"/>
          <p:nvPr/>
        </p:nvSpPr>
        <p:spPr>
          <a:xfrm>
            <a:off x="261257" y="3776135"/>
            <a:ext cx="1680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Note: We must create an example vault file to work with</a:t>
            </a:r>
          </a:p>
        </p:txBody>
      </p:sp>
    </p:spTree>
    <p:extLst>
      <p:ext uri="{BB962C8B-B14F-4D97-AF65-F5344CB8AC3E}">
        <p14:creationId xmlns:p14="http://schemas.microsoft.com/office/powerpoint/2010/main" val="4282958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Sheets, H David</dc:creator>
  <cp:lastModifiedBy>Sheets, H David</cp:lastModifiedBy>
  <cp:revision>2</cp:revision>
  <dcterms:created xsi:type="dcterms:W3CDTF">2025-10-08T13:39:50Z</dcterms:created>
  <dcterms:modified xsi:type="dcterms:W3CDTF">2025-10-08T13:45:01Z</dcterms:modified>
</cp:coreProperties>
</file>